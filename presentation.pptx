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109728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365760"/>
            <a:ext cx="2926080" cy="292608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219456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887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C++ Assignment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Course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Application using C++ OOP &amp; STL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Individual Assignment  •  C++ Programming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&amp; Learning Outcomes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850392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🎯  Objective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C++ console application that manages students and their enrolled courses, applying: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C++ Basics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Object-Oriented Programming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Standard Template Library (STL)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1005840"/>
            <a:ext cx="4343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005840"/>
            <a:ext cx="4343400" cy="411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005840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 Learning Outcomes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1508760"/>
            <a:ext cx="4069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classes using OOP principles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STL containers effectively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searching &amp; sorting algorithms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modular, organized C++ programs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Class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850392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0" y="1005840"/>
            <a:ext cx="274320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0" y="10058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Person  (Base)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1353312"/>
            <a:ext cx="2743200" cy="182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14173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name : string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91840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getName() : string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display() virtual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~Person() virtual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2377440"/>
            <a:ext cx="0" cy="54864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5146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inherits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62272" y="2880360"/>
            <a:ext cx="21945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77440" y="2990088"/>
            <a:ext cx="4389120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377440" y="299008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Student  (Derived)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377440" y="3337560"/>
            <a:ext cx="4389120" cy="182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3401568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id : 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gpa : double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courses : vector&lt;string&gt;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14600" y="3986784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enrollCourse()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showCourses()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display() override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40880" y="1005840"/>
            <a:ext cx="18288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040880" y="1005840"/>
            <a:ext cx="1828800" cy="34747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1005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StudentManager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86600" y="1417320"/>
            <a:ext cx="1737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students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vector&lt;Student&gt;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addStudent()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removeStudent()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searchStudent()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displayAll()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enrollInCourse()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showCourses()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sortByGpa()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run()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 Containers &amp; Algorithms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850392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28346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283464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📦  vector&lt;Student&gt;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2560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all students in the system.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dynamic resizing, index-based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and iteration.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in: StudentManager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005840"/>
            <a:ext cx="28346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005840"/>
            <a:ext cx="2834640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005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📋  vector&lt;string&gt;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1554480"/>
            <a:ext cx="2560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courses per student.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checks duplicates before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inserting — no extra headers needed.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in: Student::courses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1005840"/>
            <a:ext cx="28346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55080" y="1005840"/>
            <a:ext cx="283464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005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⚙️  Bubble Sort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1554480"/>
            <a:ext cx="2560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O(n²) sort on a copy of the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— keeps original order intact.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students by GPA descending.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in: sortByGpa()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Menu &amp;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850392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3474720" cy="3840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0972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 Menu ---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4813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Add Student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86537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Remove Student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24942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Search Student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63347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Display All Students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0175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Enroll in Course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401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 Show Student Courses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3785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 Sort Students by GPA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169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 Exit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023360" y="1005840"/>
            <a:ext cx="4846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60520" y="100584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63440" y="100584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 validation — no duplicates allowed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023360" y="1627632"/>
            <a:ext cx="4846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160520" y="1627632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63440" y="1627632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 clamped to 0.0 – 4.0 with live re-prompt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023360" y="2249424"/>
            <a:ext cx="4846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160520" y="2249424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🚫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2249424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duplicates blocked via linear scan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023360" y="2871216"/>
            <a:ext cx="4846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0520" y="2871216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63440" y="2871216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removal: swap-with-last + pop_back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023360" y="3493008"/>
            <a:ext cx="4846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160520" y="3493008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63440" y="3493008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works on a copy — original order preserved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023360" y="4114800"/>
            <a:ext cx="4846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0520" y="411480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663440" y="411480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cin input handled without crash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Code Snippets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850392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425196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960120"/>
            <a:ext cx="425196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60120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Inheritance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406908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Person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name;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virtual void display() const;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virtual ~Person() {}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 : public Person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id;  double gpa;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vector&lt;string&gt; courses;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406908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960120"/>
            <a:ext cx="406908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960120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O(1) Removal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64608" y="1280160"/>
            <a:ext cx="388620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removeStudent()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idx = findIndex(id);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swap with last, then pop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(idx != size-1)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students[idx]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students[size-1];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students.pop_back();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3017520"/>
            <a:ext cx="425196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017520"/>
            <a:ext cx="425196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3017520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 Course Guard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3337560"/>
            <a:ext cx="406908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enrollCourse(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string&amp; course)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i=0;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i&lt;courses.size(); i++)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(courses[i] == course)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false; // blocked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courses.push_back(course);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true;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406908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017520"/>
            <a:ext cx="406908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3017520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Validation Loop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64608" y="3337560"/>
            <a:ext cx="38862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readDouble(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prompt,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double lo, double hi)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double val;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prompt;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val;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while(val&lt;lo||val&gt;hi);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val;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2743200" cy="132588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61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🏛️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114300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OOP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673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Person → Student inheritance + virtual destructor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1051560"/>
            <a:ext cx="2743200" cy="132588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161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023360" y="114300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1673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vector&lt;Student&gt; &amp; vector&lt;string&gt; as containers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1051560"/>
            <a:ext cx="2743200" cy="132588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1161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49440" y="114300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Algorithm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1673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Bubble Sort on a copy keeps original data intact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11480" y="2560320"/>
            <a:ext cx="2743200" cy="132588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2670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97280" y="26517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Validation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31821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Unique ID, GPA range 0–4, no duplicate courses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37560" y="2560320"/>
            <a:ext cx="2743200" cy="132588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74720" y="2670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023360" y="26517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Efficiency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74720" y="31821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O(1) delete via swap-with-last + pop_back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2560320"/>
            <a:ext cx="2743200" cy="132588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0" y="2670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949440" y="26517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Libraries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1821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Only iostream, vector, string — no extra headers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Course Management System</dc:title>
  <dc:subject>PptxGenJS Presentation</dc:subject>
  <dc:creator>PptxGenJS</dc:creator>
  <cp:lastModifiedBy>PptxGenJS</cp:lastModifiedBy>
  <cp:revision>1</cp:revision>
  <dcterms:created xsi:type="dcterms:W3CDTF">2026-03-26T00:43:58Z</dcterms:created>
  <dcterms:modified xsi:type="dcterms:W3CDTF">2026-03-26T00:43:58Z</dcterms:modified>
</cp:coreProperties>
</file>