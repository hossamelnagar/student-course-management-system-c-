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18288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237744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C++ Individual Assignment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7315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Course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 •  3 STL Containers  •  3 STL Algorithms  •  Bonus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iostream  |  vector  |  map  |  set  |  algorithm  |  string  |  utility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Class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960120"/>
            <a:ext cx="310896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960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  (Base)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17520" y="1307592"/>
            <a:ext cx="310896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13716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name : string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54680" y="1627632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getName() :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~Person()  [virtual]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331720"/>
            <a:ext cx="0" cy="50292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4414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inherits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62272" y="2788920"/>
            <a:ext cx="21945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2898648"/>
            <a:ext cx="5394960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0" y="289864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  (Derived)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3246120"/>
            <a:ext cx="5394960" cy="1828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331012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 : int  |  - gpa : double  |  - courses : set&lt;string&gt;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3611880"/>
            <a:ext cx="5120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enrollCourse(c) : bool   // courses.insert(c).second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display() : void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getId() / getGpa() / getCourses()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06640" y="960120"/>
            <a:ext cx="160020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06640" y="960120"/>
            <a:ext cx="160020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9601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StudentSystem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52360" y="1371600"/>
            <a:ext cx="15087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students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vector&lt;Student&gt;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index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map&lt;int,int&gt;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add/remove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search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enroll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sort()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find_if()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count_if()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[Bonus]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Containers  (3 Containers)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601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📦  vector&lt;Student&gt;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students in order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resizing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Index-based access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StudentSystem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member: students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74320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74320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9601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🗺️  map&lt;int,int&gt;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ID → vector index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search &amp; delete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after each removal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StudentSystem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member: index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74320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960120"/>
            <a:ext cx="27432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96012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set&lt;string&gt;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508760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 (auto)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Auto-sorted alphabetically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insert().second → bool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Student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member: courses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Algorithms  (3 Algorithms)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503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286000" cy="12618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⬆️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sort()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4630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Used in: sortByGpa()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1033272"/>
            <a:ext cx="5989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sort(students.begin(), students.end(),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[](const Student&amp; a, const Student&amp; b){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a.getGpa() &lt; b.getGpa();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rebuild(); // update map index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8503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31720"/>
            <a:ext cx="2286000" cy="12618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242316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find_if()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28346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Used in: searchStudent()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2404872"/>
            <a:ext cx="5989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it = find_if(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students.begin(), students.end(),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[id](const Student&amp; s){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s.getId() == id;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if(it != students.end()) it-&gt;display();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703320"/>
            <a:ext cx="8503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03320"/>
            <a:ext cx="2286000" cy="12618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8680" y="3794760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count_if()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2062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E6FD"/>
                </a:solidFill>
              </a:rPr>
              <a:t>Used in: countHighGpa()  ★ Bonus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3776472"/>
            <a:ext cx="598932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 = count_if(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students.begin(), students.end(),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[](const Student&amp; s){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s.getGpa() &gt;= 3.0;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"GPA&gt;=3.0 : " &lt;&lt; n;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Menu &amp;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3566160" cy="3904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Student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013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Remove Student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Search Student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Display 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Enroll in Course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27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Show Courses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5844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Sort by GPA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94106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Count GPA&gt;=3  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97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 Exit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69080" y="960120"/>
            <a:ext cx="4754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60520" y="960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9601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Unique ID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128930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map::count() — rejects duplicates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069080" y="1737360"/>
            <a:ext cx="4754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60520" y="17373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63440" y="173736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GPA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63440" y="20665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do-while until 0.0 ≤ GPA ≤ 4.0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069080" y="2514600"/>
            <a:ext cx="4754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60520" y="25146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63440" y="251460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No Duplicate Courses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28437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set::insert() blocks automatically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69080" y="3291840"/>
            <a:ext cx="4754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60520" y="32918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63440" y="32918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O(log n) Lookup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36210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map&lt;int,int&gt; index for fast access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069080" y="4069080"/>
            <a:ext cx="4754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160520" y="40690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663440" y="406908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Bonus: count_if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63440" y="43982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Count students with GPA &gt;= 3.0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Snippets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4160520" cy="19751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16052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60120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Inheritance + Virtual Destructor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280160"/>
            <a:ext cx="394106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protected: string name;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Person(const string&amp; n=""): name(n){}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virtual ~Person(){} // Memory Leak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: public Person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id; double gpa;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set&lt;string&gt; courses;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Student(int i,const string&amp; n,double 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Person(n),id(i),gpa(g){}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9751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416052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960120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index — O(log n) search &amp; delete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18888" y="1280160"/>
            <a:ext cx="394106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map&lt;int,int&gt; index; // ID -&gt; position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Student* find(int id)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 it = index.find(id);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it==index.end()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nullptr : &amp;students[it-&gt;second];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rebuild()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index.clear();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for(int i=0;i&lt;students.size();i++)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index[students[i].getId()] = i;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044952"/>
            <a:ext cx="4160520" cy="19751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44952"/>
            <a:ext cx="416052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044952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— duplicate-free courses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" y="3364992"/>
            <a:ext cx="394106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set&lt;string&gt; courses;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enrollCourse(const string&amp; c)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courses.insert(c).second;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true  = added 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false = already enrolled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3044952"/>
            <a:ext cx="4160520" cy="197510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44952"/>
            <a:ext cx="416052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044952"/>
            <a:ext cx="39410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count_if  [Bonus Feature]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3364992"/>
            <a:ext cx="3941064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countHighGpa()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n = count_if(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students.begin(),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students.end(),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[](const Student&amp; s){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s.getGpa() &gt;= 3.0;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cout&lt;&lt;"GPA&gt;=3.0 : "&lt;&lt;n&lt;&lt;"\n";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2743200" cy="13533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Person→Student + virtual destructor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51560"/>
            <a:ext cx="2743200" cy="13533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02336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Containers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vector + map + 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051560"/>
            <a:ext cx="2743200" cy="13533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161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49440" y="1143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 Algorithms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16916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sort + find_if + count_if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587752"/>
            <a:ext cx="2743200" cy="13533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2679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map Index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2278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O(log n) via map&lt;int,int&gt;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2587752"/>
            <a:ext cx="2743200" cy="13533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747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023360" y="2679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set Courses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2278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Auto-sorted, no duplicates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2587752"/>
            <a:ext cx="2743200" cy="135331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49440" y="26791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Bonus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227832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count_if for GPA &gt;= 3.0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2026-03-30T07:25:07Z</dcterms:created>
  <dcterms:modified xsi:type="dcterms:W3CDTF">2026-03-30T07:25:07Z</dcterms:modified>
</cp:coreProperties>
</file>